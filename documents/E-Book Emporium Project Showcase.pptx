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1" d="100"/>
          <a:sy n="31" d="100"/>
        </p:scale>
        <p:origin x="1056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11/18/2025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11/18/2025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11/18/2025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5A86EE6-F168-8C28-924B-F4F3750EC9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289" y="2835275"/>
            <a:ext cx="10356361" cy="6858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18737A-FE48-C3E6-D500-C9AFF0FA8F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356" y="2911475"/>
            <a:ext cx="19239387" cy="748699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2626" y="794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FC0ABA-B051-5C8F-BB71-814CDCD9C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1050" y="2682875"/>
            <a:ext cx="10134023" cy="67818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C64DCC-5819-B6C2-C695-1412E890F8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050" y="3216275"/>
            <a:ext cx="9753600" cy="6096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0</Words>
  <Application>Microsoft Office PowerPoint</Application>
  <PresentationFormat>Custom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lastModifiedBy>MSK7894@outlook.com</cp:lastModifiedBy>
  <cp:revision>1</cp:revision>
  <dcterms:created xsi:type="dcterms:W3CDTF">2025-11-17T20:51:00Z</dcterms:created>
  <dcterms:modified xsi:type="dcterms:W3CDTF">2025-11-17T21:40:10Z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2025-11-17T00:00:00Z</vt:filetime>
  </property>
  <property fmtid="{D5CDD505-2E9C-101B-9397-08002B2CF9AE}" pid="3" name="LastSaved">
    <vt:filetime>2025-11-17T00:00:00Z</vt:filetime>
  </property>
  <property fmtid="{D5CDD505-2E9C-101B-9397-08002B2CF9AE}" pid="4" name="Producer">
    <vt:lpwstr>3-Heights(TM) PDF Security Shell 4.8.25.2 (http://www.pdf-tools.com)</vt:lpwstr>
  </property>
</Properties>
</file>